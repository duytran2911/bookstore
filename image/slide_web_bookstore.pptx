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Xây dựng Website BookStore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Duy Trần Quang</a:t>
            </a:r>
          </a:p>
          <a:p>
            <a:r>
              <a:t>Môn học: Tin học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Giới thiệu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Website là nền tảng trực tuyến.</a:t>
            </a:r>
          </a:p>
          <a:p>
            <a:r>
              <a:t>Giúp mua bán, chia sẻ thông tin.</a:t>
            </a:r>
          </a:p>
          <a:p>
            <a:r>
              <a:t>Chọn đề tài vì tính thực tế.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Mục tiêu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Xây dựng web bán sách.</a:t>
            </a:r>
          </a:p>
          <a:p>
            <a:r>
              <a:t>Giao diện thân thiện.</a:t>
            </a:r>
          </a:p>
          <a:p>
            <a:r>
              <a:t>Sử dụng Firebase.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Công nghệ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HTML</a:t>
            </a:r>
          </a:p>
          <a:p>
            <a:r>
              <a:t>CSS</a:t>
            </a:r>
          </a:p>
          <a:p>
            <a:r>
              <a:t>JavaScript</a:t>
            </a:r>
          </a:p>
          <a:p>
            <a:r>
              <a:t>Firebase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Chức năng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Đăng ký / đăng nhập</a:t>
            </a:r>
          </a:p>
          <a:p>
            <a:r>
              <a:t>Hiển thị sản phẩm</a:t>
            </a:r>
          </a:p>
          <a:p>
            <a:r>
              <a:t>Giỏ hàng</a:t>
            </a:r>
          </a:p>
          <a:p>
            <a:r>
              <a:t>Thanh toán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Giao diện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Trang chủ</a:t>
            </a:r>
          </a:p>
          <a:p>
            <a:r>
              <a:t>Trang sản phẩm</a:t>
            </a:r>
          </a:p>
          <a:p>
            <a:r>
              <a:t>Trang giỏ hàng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Cách hoạt động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Người dùng chọn sản phẩm.</a:t>
            </a:r>
          </a:p>
          <a:p>
            <a:r>
              <a:t>Thêm vào giỏ.</a:t>
            </a:r>
          </a:p>
          <a:p>
            <a:r>
              <a:t>Thanh toán.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Ưu điểm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Dễ sử dụng</a:t>
            </a:r>
          </a:p>
          <a:p>
            <a:r>
              <a:t>Nhanh</a:t>
            </a:r>
          </a:p>
          <a:p>
            <a:r>
              <a:t>Giao diện đẹp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Nhược điểm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Chưa tối ưu mobile</a:t>
            </a:r>
          </a:p>
          <a:p>
            <a:r>
              <a:t>Chưa có thanh toán thật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Hướng phát triển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Thêm AI gợi ý</a:t>
            </a:r>
          </a:p>
          <a:p>
            <a:r>
              <a:t>Thanh toán online</a:t>
            </a:r>
          </a:p>
          <a:p>
            <a:r>
              <a:t>App mobile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Kết luận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Hoàn thành website cơ bản.</a:t>
            </a:r>
          </a:p>
          <a:p>
            <a:r>
              <a:t>Học được nhiều kỹ năng.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Cảm ơn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Thank you for listening!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